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EvidenceOps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 2 Type I｜14 天 PoV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交付稽核佐證樣張（10 項控制項）｜Google Workspace + GitHub + Jira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evidenceopsco@gmail.com  ·  evidenceopsco.github.io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3236976" cy="4114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C7DA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505456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交付：佐證包 + 缺口待辦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41648" y="2423160"/>
            <a:ext cx="3401568" cy="4114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C7DA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2505456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可控：最小權限 + 人工審批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607808" y="2423160"/>
            <a:ext cx="3401568" cy="4114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C7DA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2505456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可追溯：稽核軌跡 + 時間戳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89520" y="2880360"/>
            <a:ext cx="39319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18120" y="3063240"/>
            <a:ext cx="3474720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31821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Pack Sample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18120" y="3749040"/>
            <a:ext cx="347472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8120" y="4709160"/>
            <a:ext cx="34747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0" y="48006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sources + timestamps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mapped to controls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red-team notes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297180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把稽核佐證做成可交付、可重跑、可追溯的流水線。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不取代稽核員，專注加速蒐證與成冊。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CTA：填 PoV 需求表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52628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https://docs.google.com/forms/d/e/1FAIpQLSdnrkjzy9IFTtMSmAmxPi7GMsTQfgXEnxtkjjBPmexbNM1qLg/viewform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EvidenceOps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常見痛點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你不是缺文件，你是缺「可追溯、可重跑」的佐證鏈。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evidenceopsco@gmail.com  ·  evidenceopsco.github.io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557784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51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採購/資安問卷來回太久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04495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同樣問題每次重答；口徑不一致；補件無止盡。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55080" y="2423160"/>
            <a:ext cx="5193792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651760"/>
            <a:ext cx="4645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有政策，但拿不出執行證據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3044952"/>
            <a:ext cx="46451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缺 ticket / log / approval；或證據分散找不到。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557784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離職/權限變更沒有稽核軌跡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69087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Slack 口頭決策、沒有時間戳與責任歸屬。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4069080"/>
            <a:ext cx="5193792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4297680"/>
            <a:ext cx="4645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變更管理不夠可追溯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4690872"/>
            <a:ext cx="46451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↔ GitHub 沒關聯；緊急變更未補單。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EvidenceOps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PoV 範圍（固定範圍，兩週可驗收）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天 / 10 項控制項 / GWS + GitHub + Jira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evidenceopsco@gmail.com  ·  evidenceopsco.github.io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361188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517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期間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04495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D1–D3：盤點＋權限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D4–D10：蒐證成冊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D11–D14：交付回顧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70832" y="2423160"/>
            <a:ext cx="361188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6517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控制項（10）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45152" y="304495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CC6 存取/MFA/最小權限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CC8 變更/Code review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CC7 日誌/事件處理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CC9 第三方治理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01584" y="2423160"/>
            <a:ext cx="3447288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2651760"/>
            <a:ext cx="2898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系統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75904" y="3044952"/>
            <a:ext cx="28986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Workspace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Org/Repos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workflows/tickets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251960"/>
            <a:ext cx="1090879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43484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驗收標準（摘要）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4773168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10/10 控制項都有「佐證來源 + 產出格式 + 取得步驟」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每份佐證可回溯來源系統＋時間戳（可追溯）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缺口要能轉成可派工待辦（含驗收標準）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EvidenceOps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交付物（PoV 會交什麼）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可直接交給稽核員/採購窗口的產物。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evidenceopsco@gmail.com  ·  evidenceopsco.github.io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557784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51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佐證包樣張（Evidence pack sample）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04495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按控制項成冊：來源、時間戳、證據鏈敘述。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55080" y="2423160"/>
            <a:ext cx="5193792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651760"/>
            <a:ext cx="4645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缺口待辦清單（Gap backlog）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3044952"/>
            <a:ext cx="46451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缺什麼、誰負責、怎麼補、怎麼驗收。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557784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稽核員視角預檢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69087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先抓矛盾與缺漏，降低 findings。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4069080"/>
            <a:ext cx="5193792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4297680"/>
            <a:ext cx="4645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一頁式簡報（PDF/PPTX）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4690872"/>
            <a:ext cx="46451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方便內部轉寄與對齊共識。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EvidenceOps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權限與資料處理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最小權限、人工審批、可追溯。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evidenceopsco@gmail.com  ·  evidenceopsco.github.io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557784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51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最小權限（Least privilege）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044952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預設唯讀/稽核查詢。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需要變更設定時：由客戶端執行或明確授權並留痕。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55080" y="2423160"/>
            <a:ext cx="5193792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651760"/>
            <a:ext cx="4645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資料最小化（Data minimization）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3044952"/>
            <a:ext cx="4645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只收集佐證所需之設定/事件/匯出報表。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可採「客戶端產出，我們只拿結果」。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557784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480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保密（NDA-friendly）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873752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可配合 NDA。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不將客戶資料用於訓練或再利用（可寫入條款）。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4251960"/>
            <a:ext cx="5193792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4480560"/>
            <a:ext cx="4645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我們不做的事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4873752"/>
            <a:ext cx="4645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未經核准不做 production 變更。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不承諾保證 0 findings。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不要求貼 token/密碼到文件。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EvidenceOps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下一步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我們先確認適配，再啟動 14 天 PoV。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evidenceopsco@gmail.com  ·  evidenceopsco.github.io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10908792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974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填寫 PoV 需求表（10 題內）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1 個工作日內回覆並安排 20 分鐘適配通話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啟動 PoV：交付佐證包樣張 + 缺口待辦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需求表連結：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1605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https://docs.google.com/forms/d/e/1FAIpQLSdnrkjzy9IFTtMSmAmxPi7GMsTQfgXEnxtkjjBPmexbNM1qLg/viewform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48006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聯絡：evidenceopsco@gmail.com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2026-03-13T05:21:56Z</dcterms:created>
  <dcterms:modified xsi:type="dcterms:W3CDTF">2026-03-13T05:21:56Z</dcterms:modified>
</cp:coreProperties>
</file>